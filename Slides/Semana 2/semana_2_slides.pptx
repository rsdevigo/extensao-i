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Não transformar a mini aula de marco legal em exposição jurídica longa (máx. 20 min); o objetivo é reconhecer a institucionalidade, não memorizar dispositivos legais.
- Reforçar que as ideias de tema desta semana são preliminares e não vinculantes, para reduzir ansiedade de "escolher errado".
- Ficar atento a equipes tentando fechar prematuramente um único tema — estimular manter 2 a 4 opções até a Semana 4.
- Usar exemplos de Jogos Digitais para aproximar o conteúdo do curso, sem transformar a aula em discussão técnica de desenvolvimento de jogos.
Dificuldades comuns e como conduzir:
- Confusão entre extensão e voluntariado genérico → retomar os exemplos analisados no Encontro 1, destacando indissociabilidade e vínculo institucional.
- Equipe sem nenhuma ideia preliminar → sugerir categorias amplas (educação, inclusão digital, cultura, divulgação do curso), sem impor tema.
- Ideias muito amplas ou inviáveis para um semestre → orientar delimitação inicial, sem exigir decisão definitiva agora.
- Percepção de que marco legal é puramente burocrático → reforçar que ele explica o suporte institucional (registro, seguro, reconhecimento) que a equipe terá.
Perguntas para estimular discussão:
- "Por que uma ação social qualquer não é necessariamente extensão universitária?"
- "Que exemplo de extensão vocês já viram e não sabiam que era extensão?"
- "Como o curso de Jogos Digitais poderia responder a uma demanda real da comunidade?"
Avaliação nesta semana: observação inicial e informal de Planejamento (viabilidade das ideias) e Trabalho em Equipe (participação de todos), conforme Rubrica de Avaliação — sem atribuição de nota.
Fonte: Plano Semanal Semana 2, Cronograma, CLAUDE.md, COURSE_CONTEXT.md, PEDAGOGICAL_RULES.md, EXTENSION_PROJECT_GUIDE.md.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2026-08-02T00:10:42Z</dcterms:created>
  <dcterms:modified xsi:type="dcterms:W3CDTF">2026-08-02T00:10:42Z</dcterms:modified>
</cp:coreProperties>
</file>