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Preparar previamente um checklist de encerramento da execução (o que caracteriza a atividade como efetivamente concluída, considerando diferentes modalidades).
- Preparar um roteiro simples de organização de evidências, com categorias sugeridas: planejamento, preparação, execução, interação com o público, resultados preliminares.
- Ter em mãos a lista atualizada do estágio de cada equipe, com base nos checkpoints das Semanas 13 e 14, priorizando apoio às equipes com pendências.
- Definir previamente o espaço (físico ou digital) de referência para consolidação do portfólio (pasta compartilhada, portfólio impresso ou outro formato).
- Tratar esta semana como um fechamento de etapa, não como repetição das Semanas 13 e 14 — o foco passa de resolver problemas para organizar e consolidar.
- Evitar aceitar portfólios genéricos ou incompletos apenas para cumprir o prazo; um checkpoint firme aqui evita retrabalho na Etapa 5.
- Aproveitar a leitura preliminar dos resultados para identificar desde já equipes que terão mais ou menos elementos para uma reflexão crítica rica, ajustando o apoio da próxima etapa.
- Comunicar claramente a transição para a Etapa 5, destacando que a organização feita agora sustentará a análise e o relatório final.
Dificuldades comuns e como conduzir:
- Evidências dispersas entre integrantes (fotos em celulares pessoais, formulários não centralizados) → reservar tempo dedicado no Encontro 1 para consolidação, definindo um responsável pela centralização.
- Equipe considera a execução "concluída" sem observar aspectos planejados que não ocorreram → aplicar o checklist de forma direta, comparando com o plano da Semana 7.
- Lacunas de documentação impossíveis de preencher retroativamente → orientar a equipe a registrar explicitamente a lacuna e refletir sobre ela como aprendizado para a Etapa 5.
- Leitura preliminar superficial ou apressada → usar perguntas orientadoras concretas (o que os números mostram, o que surpreendeu, o que confirma o planejado).
- Equipes com execução ainda pendente às vésperas do fim da Etapa 4 → priorizar apoio direto, ajudar a definir uma solução viável de conclusão e orientar registro transparente no portfólio.
Perguntas para estimular discussão:
- "Se vocês mostrassem só o portfólio para alguém de fora, essa pessoa entenderia o que foi feito?"
- "O que os registros mostram que vocês não esperavam?"
- "Que lacuna de documentação vocês ainda conseguem resolver esta semana?"
Avaliação nesta semana: observação central de Documentação (completude e organização dos registros de todas as etapas) e continuidade de Execução (grau de conclusão e tratamento de lacunas). Observam-se também Gestão do Projeto (fechamento formal da etapa) e o início de Reflexão Crítica (qualidade da leitura preliminar).
Fonte: Plano Semanal Semana 15, Cronograma (Semana 15), Plano Semanal Semana 14 (continuidade).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2026-08-02T00:35:09Z</dcterms:created>
  <dcterms:modified xsi:type="dcterms:W3CDTF">2026-08-02T00:35:09Z</dcterms:modified>
</cp:coreProperties>
</file>