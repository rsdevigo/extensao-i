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um roteiro/modelo de relatório final com as seções esperadas (contexto, planejamento, execução, resultados, reflexão), coerente com o critério Documentação da Rubrica.
- Preparar perguntas orientadoras para a avaliação de resultados (alcance de objetivos, participação, qualidade da execução, impacto percebido, dificuldades), com base na Etapa 6 do EXTENSION_PROJECT_GUIDE.md.
- Ter a Rubrica de Avaliação disponível para consulta, especialmente Execução, Documentação e Reflexão Crítica.
- Ter acesso ao portfólio de evidências de cada equipe (Semana 15) e ao documento de objetivos/público-alvo (Semana 5).
- Levar cópias individuais dos roteiros de autoavaliação e avaliação entre pares (Rubrica_de_Avaliacao.md), um conjunto por estudante.
- Garantir o caráter individual e sigiloso da autoavaliação e avaliação entre pares: ninguém deve ver as respostas dos colegas; o objetivo é melhorar a colaboração, não punir ou expor.
Dificuldades comuns e como conduzir:
- Equipe avalia por impressão subjetiva, sem consultar evidências → exigir que cada afirmação venha acompanhada de uma evidência concreta do portfólio.
- Dificuldade em comparar planejado x realizado → recuperar junto com a equipe o documento de objetivos da Semana 5 e conduzir a comparação ponto a ponto.
- Ausência de indicadores de impacto (feedback não coletado durante a execução) → orientar o registro explícito dessa lacuna e a reflexão sobre por que não foi coletada.
- Relatório genérico, sem conexão com o projeto específico → solicitar exemplos concretos em cada seção.
- Equipes que travam na escrita → sugerir começar pelas seções mais objetivas (contexto e execução), deixando a reflexão mais aprofundada para a Semana 17.
Perguntas para estimular discussão:
- "Se vocês tivessem que provar, com uma evidência só, que o objetivo foi alcançado, qual seria?"
- "O que o público disse ou fez que vocês não esperavam?"
- "O que vocês fariam diferente se fossem repetir o projeto amanhã?"
Avaliação nesta semana: observação central de Documentação (qualidade e completude do rascunho do relatório) e início de Reflexão Crítica (identificação de pontos fortes e fracos com exemplos concretos, mais a autoavaliação individual). Observam-se também Trabalho em Equipe (avaliação entre pares), Execução (grau de alcance dos objetivos) e Interação com a Comunidade (evidências de escuta e impacto percebido).
Fonte: Plano Semanal Semana 16, Cronograma (Semana 16), CLAUDE.md, COURSE_CONTEXT.md, PEDAGOGICAL_RULES.md, EXTENSION_PROJECT_GUIDE.md, Rubrica_de_Avaliacao.md, Plano Semanal Semana 15 (continuidade).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2026-08-02T00:12:01Z</dcterms:created>
  <dcterms:modified xsi:type="dcterms:W3CDTF">2026-08-02T00:12:01Z</dcterms:modified>
</cp:coreProperties>
</file>