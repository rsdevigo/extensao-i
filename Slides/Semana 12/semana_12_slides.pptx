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o checklist final de cada equipe (produzido na Semana 11) para conferência rápida no Encontro 1.
- Levar um modelo simples de registro de execução (planilha ou formulário): data, atividade realizada, evidências coletadas, ocorrências.
- Reforçar procedimentos de segurança e de prevenção e combate a incêndio e desastres específicos ao espaço real de cada equipe (retomando a Semana 7 e o checklist da Semana 11).
- Definir com antecedência canais e horários de checkpoint remoto para equipes cuja execução ocorre fora do horário/local de aula.
- Manter disponibilidade para apoio pontual durante a execução, inclusive fora do horário de aula, quando aplicável.
- Priorizar a resolução de pendências críticas do checklist antes de autorizar a execução; pendências menores podem seguir com plano de contingência.
- Reforçar, antes da execução, que o registro de evidências é tarefa nomeada — equipes sem responsável definido tendem a chegar à Semana 13 sem registros.
- Manter expectativas realistas quanto a imprevistos: são esperados na primeira semana de Execução; o papel do professor é apoiar a resposta da equipe, não evitar que ocorram.
- Recolher, mesmo que informalmente, uma primeira impressão de cada equipe sobre a execução, para orientar o acompanhamento da Semana 13.
Dificuldades comuns e como conduzir:
- Pendências críticas descobertas só no dia da execução → apoiar decisão rápida de contingência, priorizando o essencial para não cancelar a atividade.
- Execução fora do horário de aula sem acompanhamento presencial possível → garantir canal de comunicação e horário de checkpoint remoto definidos previamente.
- Ninguém registra evidências durante a execução, só depois → reforçar antes da execução que o registro é responsabilidade nomeada de um integrante específico.
- Imprevistos inviabilizam parte da atividade planejada → orientar a equipe a documentar o ocorrido e ajustar o escopo executado, sem descaracterizar o projeto.
- Baixa adesão ou participação do público-alvo → ajudar a registrar o ocorrido objetivamente, para análise na etapa de Avaliação.
- Execução concentrada em poucos integrantes, outros sem função clara → observar a distribuição de papéis e sinalizar necessidade de redistribuição nas próximas semanas.
Perguntas para estimular discussão:
- "Quem, especificamente, é responsável por registrar evidências hoje?"
- "Se a execução for fora da aula, como e quando vocês vão me avisar como foi?"
- "O que vocês fariam se [imprevisto plausível para a atividade da equipe] acontecesse?"
Avaliação nesta semana: início da observação central de Execução, segundo a Rubrica de Avaliação. Observam-se também Interação com a Comunidade (comunicação com o público durante a execução), Documentação (início efetivo do registro de evidências), Gestão do Projeto (capacidade de reportar o andamento, inclusive fora do horário de aula) e Trabalho em Equipe (distribuição de papéis observada na execução).
Fonte: Plano Semanal Semana 12,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2026-08-02T00:11:56Z</dcterms:created>
  <dcterms:modified xsi:type="dcterms:W3CDTF">2026-08-02T00:11:56Z</dcterms:modified>
</cp:coreProperties>
</file>