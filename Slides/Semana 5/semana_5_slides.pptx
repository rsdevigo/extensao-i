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OBSERVAÇÕES PARA O PROFESSOR (não exibir na apresentação)
Pontos de atenção:
- Ter em mãos as propostas iniciais entregues na Semana 4 para consulta durante os dois encontros.
- Levar exemplo preenchido de objetivo geral/específicos (idealmente do universo de jogos digitais).
- Levar roteiro de perguntas para caracterização de público-alvo (quem, quantos, onde, necessidade).
- Levar modelo/template curto para registrar objetivos, justificativa e público-alvo.
- Não exigir diagnóstico de demanda formal ou estatisticamente robusto — o objetivo é substituir suposição por indício concreto.
- Ficar atento a equipes que redefinem completamente a proposta inicial nesta semana: é aceitável, mas deve ser sinalizado no checkpoint.
Dificuldades comuns e como conduzir:
- Objetivo vago ("ajudar a comunidade a conhecer jogos digitais") → pedir para completar a frase com quantidade, prazo e resultado observável.
- Justificativa descreve só o que a equipe quer fazer → perguntar diretamente "que problema isso resolve, e para quem?".
- Público-alvo genérico demais → aplicar o roteiro de perguntas até obter descrição concreta.
- Equipe sem contato com público real para diagnóstico → sugerir observar eventos similares, conversar com professores/coordenação, ou pesquisa informal com colegas do perfil esperado.
- Objetivos específicos desconectados do objetivo geral → pedir que a equipe explique, para cada um, como ele contribui para o objetivo geral.
Perguntas para estimular discussão:
- "Se alguém de fora lesse esse objetivo, entenderia exatamente o que vamos fazer e como saber se deu certo?"
- "Que problema real esse projeto resolve, e para quem?"
- "Nosso público-alvo ainda é 'a comunidade', ou já conseguimos ser específicos?"
Avaliação nesta semana: acompanhamento inicial (sem nota) de Planejamento — clareza, especificidade e viabilidade dos objetivos, qualidade da justificativa, delimitação do público-alvo — e Gestão do Projeto — capacidade de relatar progresso e próximos passos no checkpoint, conforme Rubrica de Avaliação. Alimenta a avaliação de Planejamento prevista para a entrega do Plano Completo (Semana 7).
Fonte: Plano Semanal Semana 5, Cronograma, CLAUDE.md, COURSE_CONTEXT.md, PEDAGOGICAL_RULES.md, EXTENSION_PROJECT_GUIDE.md.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Atividades de Extensão I</dc:title>
  <dc:subject>PptxGenJS Presentation</dc:subject>
  <dc:creator>Created by Marp</dc:creator>
  <cp:lastModifiedBy>Created by Marp</cp:lastModifiedBy>
  <cp:revision>1</cp:revision>
  <dcterms:created xsi:type="dcterms:W3CDTF">2026-08-02T00:11:50Z</dcterms:created>
  <dcterms:modified xsi:type="dcterms:W3CDTF">2026-08-02T00:11:50Z</dcterms:modified>
</cp:coreProperties>
</file>