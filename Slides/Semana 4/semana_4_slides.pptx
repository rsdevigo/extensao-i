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OBSERVAÇÕES PARA O PROFESSOR (não exibir na apresentação)
Pontos de atenção:
- Preparar previamente 2 a 3 estudos de caso curtos (reais ou fictícios), incluindo ao menos um do universo de jogos digitais/tecnologia, sem restringir os exemplos a eventos.
- Ter em mãos as anotações de tema e público-alvo já registradas por cada equipe nas Semanas 2 e 3.
- Levar um modelo simples de proposta inicial (problema/oportunidade, justificativa, público-alvo, objetivo preliminar, nome provisório).
- Reforçar que a proposta inicial não é definitiva; será detalhada e ajustada no Planejamento (Semanas 5 a 7).
- Ficar atento a equipes que escolheram ideias muito ambiciosas para o tempo disponível — sinalizar para retomada na Semana 5.
Dificuldades comuns e como conduzir:
- Equipe não converge para uma ideia única → propor critérios objetivos de decisão (viabilidade, relevância, interesse da equipe) e, se necessário, votação simples.
- Proposta muito vaga ou genérica → solicitar exemplos concretos do problema e do público, usando os estudos de caso como referência de nível de detalhe.
- Ideia pouco viável para o semestre → orientar a delimitar o escopo, lembrando que ajustes de viabilidade serão aprofundados no Planejamento.
- Equipe ainda sem convergência entre tema e público (vinda da Semana 3) → dar atenção prioritária durante o brainstorm, retomando categorias amplas de público.
Perguntas para estimular discussão:
- "O que diferencia um bom projeto de extensão de uma boa ideia qualquer?"
- "Nosso público-alvo está claro o suficiente para orientar as próximas decisões?"
- "Essa ideia é viável com o tempo e os recursos que temos neste semestre?"
Avaliação nesta semana: início do acompanhamento (sem nota) de Planejamento — clareza e coerência da proposta inicial — e Trabalho em Equipe — participação de todos na decisão e na redação, conforme Rubrica de Avaliação. Esta é a primeira entrega formal do projeto, base do acompanhamento longitudinal iniciado na Semana 3.
Fonte: Plano Semanal Semana 4, Cronograma, CLAUDE.md, COURSE_CONTEXT.md, PEDAGOGICAL_RULES.md, EXTENSION_PROJECT_GUIDE.md.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de Extensão I</dc:title>
  <dc:subject>PptxGenJS Presentation</dc:subject>
  <dc:creator>Created by Marp</dc:creator>
  <cp:lastModifiedBy>Created by Marp</cp:lastModifiedBy>
  <cp:revision>1</cp:revision>
  <dcterms:created xsi:type="dcterms:W3CDTF">2026-08-02T00:11:19Z</dcterms:created>
  <dcterms:modified xsi:type="dcterms:W3CDTF">2026-08-02T00:11:19Z</dcterms:modified>
</cp:coreProperties>
</file>