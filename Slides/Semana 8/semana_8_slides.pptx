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o Plano Completo do Projeto entregue por cada equipe na Semana 7, para consulta durante os dois encontros.
- Levar um modelo simples de lista de materiais (planilha ou quadro), com colunas: material, tipo, responsável, prazo, status.
- Preparar exemplos de materiais do universo de jogos digitais (roteiro de oficina, ficha de inscrição, cartaz, protótipo de jogo educativo) para ilustrar a variedade de formatos possíveis.
- Ter critérios objetivos de qualidade prontos (clareza, consistência visual, adequação ao público-alvo, ausência de erros básicos).
- Deixar claro o que caracteriza uma "primeira versão" aceitável, para orientar o checkpoint do Encontro 2.
Dificuldades comuns e como conduzir:
- Lista de materiais incompleta ou desconectada do Plano Completo → confrontar a lista com cada seção do plano, perguntando "isso já está representado?".
- Equipe tenta produzir tudo ao mesmo tempo, sem priorização → exigir no máximo 2–3 materiais prioritários para começar.
- Produção concentrada em um só integrante → verificar a distribuição de responsabilidades na lista e questionar a participação dos demais.
- Semana inteira gasta em planejamento, sem produção efetiva → reservar o Encontro 2 explicitamente para produção prática e cobrar evidência concreta no checkpoint.
- Materiais sem consistência entre si → apresentar os critérios de qualidade no início do Encontro 2 e reforçar a revisão cruzada preliminar.
- Falta de recurso não previsto no planejamento → apoiar um ajuste pontual do Plano Completo, sem reabrir toda a etapa de Planejamento.
Perguntas para estimular discussão:
- "Esse item do plano já virou um material de verdade, ou ainda é só uma ideia?"
- "Se tivéssemos que mostrar algo concreto hoje, o que já existe?"
- "Quem depende deste material para começar o próprio trabalho?"
Avaliação nesta semana: início do ciclo de observação da Etapa de Preparação (Semanas 8–11), segundo a Rubrica de Avaliação. Observa-se Gestão do Projeto (transformação do planejamento em lista organizada de produção, com responsáveis e prazos), Trabalho em Equipe (distribuição equilibrada das responsabilidades) e, indiretamente, Planejamento (suficiência do Plano Completo da Semana 7 para orientar a produção).
Fonte: Plano Semanal Semana 8, Cronograma, CLAUDE.md, COURSE_CONTEXT.md, PEDAGOGICAL_RULES.md, EXTENSION_PROJECT_GUIDE.md.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2026-08-02T00:10:49Z</dcterms:created>
  <dcterms:modified xsi:type="dcterms:W3CDTF">2026-08-02T00:10:49Z</dcterms:modified>
</cp:coreProperties>
</file>