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OBSERVAÇÕES PARA O PROFESSOR (não exibir na apresentação)
Pontos de atenção:
- Não transformar a mini aula sobre procedimentos institucionais em leitura literal do regulamento; o objetivo é saber que as fontes existem e onde consultá-las.
- Reforçar que o levantamento de públicos-alvo desta semana é preliminar e não vinculante.
- Aproveitar a discussão sobre impacto formativo para conectar o projeto aos objetivos pessoais/profissionais dos estudantes.
- Ficar atento a equipes sem nenhuma convergência entre tema e público — sinalizar para acompanhamento reforçado na Semana 4.
Dificuldades comuns e como conduzir:
- Percepção de que os procedimentos são burocráticos demais → reforçar que o fluxo garante respaldo, reconhecimento e, quando aplicável, apoio financeiro.
- Dificuldade em localizar informações nas fontes oficiais → destacar previamente as seções mais relevantes da Política de Extensão e do Regulamento.
- Equipe sem público-alvo claro → sugerir categorias amplas (educação básica, comunidade externa, público interno do IFMS).
- Confusão entre fomento institucional e financiamento externo genérico → esclarecer que o projeto do semestre não depende de captação de recursos.
Perguntas para estimular discussão:
- "Por que é importante que um projeto de extensão siga um fluxo institucional formal?"
- "O que vocês esperam aprender, além do conteúdo técnico, ao desenvolver este projeto?"
- "Que público vocês já identificam como possível beneficiário da(s) ideia(s) de tema da equipe?"
Avaliação nesta semana: observação inicial e informal de Planejamento (coerência tema/público) e Trabalho em Equipe (participação na exploração das fontes e no levantamento), conforme Rubrica de Avaliação — sem atribuição de nota.
Fonte: Plano Semanal Semana 3, Cronograma.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de Extensão I</dc:title>
  <dc:subject>PptxGenJS Presentation</dc:subject>
  <dc:creator>Created by Marp</dc:creator>
  <cp:lastModifiedBy>Created by Marp</cp:lastModifiedBy>
  <cp:revision>1</cp:revision>
  <dcterms:created xsi:type="dcterms:W3CDTF">2026-08-02T00:35:30Z</dcterms:created>
  <dcterms:modified xsi:type="dcterms:W3CDTF">2026-08-02T00:35:30Z</dcterms:modified>
</cp:coreProperties>
</file>