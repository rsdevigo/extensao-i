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o relato inicial de cada equipe, recolhido ao final da Semana 12, para retomar o acompanhamento individualizado.
- Levar um roteiro simples de organização de evidências (estrutura de pastas ou planilha) para equipes com documentação dispersa.
- Priorizar, no Encontro 1, o apoio às equipes com execução pendente ou parcial.
- Manter disponibilidade para apoio pontual a equipes com execução distribuída ao longo da semana, inclusive fora do horário de aula.
- No Encontro 2, orientar um checklist rápido de documentação por equipe antes de avançar para novas ocorrências ou registros complementares.
- Reforçar que documentação dispersa é risco real de perda de evidências — pedir para ver, ainda que rapidamente, onde e como cada equipe está armazenando seus registros.
- Observar sinais de equipes que perderam ritmo entre a Semana 12 e esta semana — pode indicar baixa divisão de responsabilidades, a retomar no checkpoint.
- Usar o Encontro 2 para começar a preparar as equipes para a Semana 14, sinalizando que compartilhar dificuldades com outras equipes fará parte do processo.
Dificuldades comuns e como conduzir:
- Evidências dispersas entre integrantes, sem consolidação → orientar a nomear um responsável único e usar uma pasta/repositório compartilhado.
- Execução ainda pendente e cronograma apertado → ajudar a priorizar o essencial e reavaliar se o escopo remanescente é viável até a Semana 15.
- Lacunas de documentação percebidas tarde demais → orientar a produção de registros complementares (depoimentos, relato escrito da equipe).
- Execução distribuída perde o ritmo entre ocorrências → reforçar a importância de documentar cada ocorrência individualmente, não ao final do ciclo.
- Baixa comunicação sobre o andamento → solicitar atualização objetiva a cada checkpoint, reforçando que comunicação é parte da Gestão do Projeto avaliada na rubrica.
Perguntas para estimular discussão:
- "Quem é o responsável por consolidar as evidências da equipe até o fim desta semana?"
- "O que ainda falta documentar, e como vocês vão preencher essa lacuna?"
- "Se a execução ainda não terminou, o que precisa acontecer para concluir até a Semana 15?"
Avaliação nesta semana: continuidade da observação central de Execução e Documentação, segundo a Rubrica de Avaliação. Observam-se também Gestão do Projeto (comunicação proativa e ajuste do plano diante de pendências) e Interação com a Comunidade (qualidade dos registros complementares coletados).
Fonte: Plano Semanal Semana 13, Cronograma.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2026-08-02T00:34:59Z</dcterms:created>
  <dcterms:modified xsi:type="dcterms:W3CDTF">2026-08-02T00:34:59Z</dcterms:modified>
</cp:coreProperties>
</file>