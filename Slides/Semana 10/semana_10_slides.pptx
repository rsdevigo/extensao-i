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exemplos simples de estratégias de comunicação para diferentes modalidades (evento, oficina, campanha de material educativo).
- Preparar um roteiro básico (objetivo, público, canal, mensagem-chave) para orientar as equipes.
- Ter critérios mínimos de acessibilidade prontos (contraste, fonte, linguagem simples, texto alternativo).
- Levar a lista de materiais e o registro de status desde a Semana 8, para checar se a comunicação já constava como item planejado.
- Reservar a maior parte do tempo para produção prática das peças.
Dificuldades comuns e como conduzir:
- Equipe pula direto para a produção sem definir a estratégia → interromper e retomar o roteiro objetivo/público/canal/mensagem antes de liberar a produção.
- Mensagens genéricas, sem conexão com o público-alvo da Semana 5 → questionar quem é o público e o que ele precisa saber para se interessar.
- Comunicação inconsistente com a identidade visual já usada → orientar a revisão rápida dos materiais já produzidos.
- Nenhuma consideração de acessibilidade → apresentar critérios mínimos e solicitar ajuste.
- Concentração em um único canal → orientar a considerar um canal complementar.
- Dependência com material ainda não pronto (ex.: identidade visual) trava a produção → ajudar a priorizar o item bloqueador ou trabalhar com versão provisória.
Perguntas para estimular discussão:
- "Se essa pessoa (do público-alvo) visse essa peça, ela saberia o que fazer a seguir?"
- "Essa mensagem faria sentido para alguém que não conhece o projeto?"
- "Qual é a chamada à ação desta peça?"
Avaliação nesta semana: continuidade do ciclo de observação da Etapa de Preparação (Semanas 8–11), segundo a Rubrica de Avaliação. Observa-se Planejamento (coerência da estratégia com público-alvo e cronograma), Gestão do Projeto (integração da comunicação à lista de materiais) e Interação com a Comunidade (adequação de linguagem e canais ao público).
Fonte: Plano Semanal Semana 10, Cronograma, CLAUDE.md, COURSE_CONTEXT.md, PEDAGOGICAL_RULES.md, EXTENSION_PROJECT_GUIDE.md.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2026-08-02T00:12:13Z</dcterms:created>
  <dcterms:modified xsi:type="dcterms:W3CDTF">2026-08-02T00:12:13Z</dcterms:modified>
</cp:coreProperties>
</file>