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os documentos de objetivos, público-alvo, cronograma e responsabilidades das Semanas 5 e 6.
- Levar checklist de logística e recursos com exemplo preenchido (universo de jogos digitais).
- Preparar síntese de acessibilidade com pelo menos um caso concreto/realista discutido coletivamente — não apenas lista de princípios abstratos.
- Preparar síntese de segurança e prevenção/combate a incêndio adequada ao contexto do IFMS.
- Levar modelo de documento único do Plano Completo do Projeto.
- Ter critério claro do que caracteriza uma entrega completa, para o checkpoint final do Encontro 2.
Dificuldades comuns e como conduzir:
- Equipe subestima recursos/logística → confrontar com o cronograma da Semana 6, etapa a etapa.
- Orçamento superestimado ou baseado em recursos indisponíveis → apresentar recursos reais do IFMS e ajustar escopo.
- Acessibilidade tratada como item burocrático → exigir uma medida concreta por dimensão (física, comunicacional, digital).
- Segurança ignorada por parecer "baixo risco" → lembrar que capacidade e circulação devem sempre ser consideradas.
- Dificuldade em definir indicadores → partir dos objetivos da Semana 5 e perguntar "como saberemos que foi alcançado?".
- Plano consolidado às pressas, com seções incoerentes → reservar tempo do checkpoint final para leitura cruzada antes de aceitar a entrega.
Perguntas para estimular discussão:
- "Esse recurso existe de verdade no IFMS, ou estamos torcendo para conseguir depois?"
- "Se uma pessoa com deficiência quisesse participar amanhã, ela conseguiria?"
- "Como vamos saber, depois da Execução, se este projeto deu certo?"
Avaliação nesta semana: encerramento do ciclo de observação do critério Planejamento (15% do peso total), segundo a Rubrica de Avaliação — objetivos claros, público-alvo definido, cronograma realista, responsabilidades nominais, riscos, acessibilidade e segurança explícitos. Observa-se também Gestão do Projeto (consolidação objetiva dos checkpoints anteriores) e Trabalho em Equipe (participação de todos na consolidação do plano).
Fonte: Plano Semanal Semana 7, Cronograma, CLAUDE.md, COURSE_CONTEXT.md, PEDAGOGICAL_RULES.md, EXTENSION_PROJECT_GUIDE.md.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2026-08-02T00:11:44Z</dcterms:created>
  <dcterms:modified xsi:type="dcterms:W3CDTF">2026-08-02T00:11:44Z</dcterms:modified>
</cp:coreProperties>
</file>