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Preparar um roteiro simples para a apresentação de cada equipe (tempo definido, pontos obrigatórios: contexto, execução, resultados, reflexão).
- Definir critérios claros de tempo e formato (ex.: 8 a 10 minutos por equipe, com espaço para perguntas) e comunicá-los no início do Encontro 1.
- Ter a Rubrica de Avaliação disponível durante as apresentações, especialmente os critérios de Reflexão Crítica, Documentação e Trabalho em Equipe — esta é a última semana de observação da Rubrica.
- Preparar perguntas orientadoras para a retrospectiva final coletiva, incluindo ao menos uma pergunta sobre possíveis desdobramentos do projeto em fomentos, editais, portfólio ou empreendedorismo (retomando brevemente a Semana 3, sem se tornar uma nova mini aula).
- Garantir espaço e equipamento adequados (projetor multimídia) para as apresentações.
Dificuldades comuns e como conduzir:
- Apresentação ultrapassa o tempo previsto → estabelecer avisos de tempo durante o ensaio no Encontro 1 e moderar ativamente durante as apresentações.
- Relatório final entregue com seções incompletas → priorizar, no checkpoint pré-apresentação, a verificação de completude antes de liberar a equipe para apresentar.
- Reflexão crítica permanece apenas descritiva, sem conexão com conceitos da disciplina → solicitar, no checkpoint, que a equipe relacione explicitamente ao menos um conceito (extensão, indissociabilidade, impacto social) a uma decisão concreta do projeto.
- Participação desequilibrada na apresentação → orientar, já no ensaio, que cada integrante assuma uma parte específica da fala.
- Equipes nervosas ou inseguras → reforçar que o objetivo é comunicar o processo vivido, valorizando a autenticidade do relato.
Perguntas para estimular discussão (retrospectiva final):
- "O que vocês aprenderam que não esperavam aprender?"
- "Qual foi o momento mais difícil do projeto, e como a equipe reagiu?"
- "Como este projeto poderia continuar ou se transformar em um edital, portfólio ou iniciativa própria?"
Avaliação nesta semana: consolidação final de Reflexão Crítica, Documentação e Trabalho em Equipe; retomada de Execução e Interação com a Comunidade na fala de cada equipe sobre resultados e impacto. Última semana de observação formal da Rubrica de Avaliação.
Fonte: Plano Semanal Semana 17, Cronograma (Semana 17), CLAUDE.md, COURSE_CONTEXT.md, PEDAGOGICAL_RULES.md, EXTENSION_PROJECT_GUIDE.md, Rubrica_de_Avaliacao.md, Plano Semanal Semana 16 (continuidade).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2026-08-02T00:12:19Z</dcterms:created>
  <dcterms:modified xsi:type="dcterms:W3CDTF">2026-08-02T00:12:19Z</dcterms:modified>
</cp:coreProperties>
</file>