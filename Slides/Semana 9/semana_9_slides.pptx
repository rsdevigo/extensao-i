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a lista de materiais e o status de cada equipe, produzidos na Semana 8.
- Preparar um exemplo de "antes e depois" de um material após incorporar feedback (ex.: roteiro de oficina revisado após teste com colegas).
- Levar um roteiro simples de critérios de revisão cruzada (clareza, consistência, adequação ao público, ausência de erros), um por material revisado.
- Ter critérios prontos para identificar sinais de alerta de atraso (item parado há duas semanas, dependência não resolvida).
- Reservar tempo e espaço para trabalho predominantemente autônomo das equipes.
Dificuldades comuns e como conduzir:
- Materiais da Semana 8 não avançaram → investigar a causa (tempo, dificuldade técnica, indefinição) e ajustar prioridades no checkpoint.
- Equipe concentra-se em poucos materiais e ignora o restante da lista → reforçar a meta de iniciar ao menos um novo item, sem abandonar os prioritários.
- Feedback não incorporado → pedir que a equipe aponte explicitamente o que mudou em relação à versão anterior.
- Revisão cruzada resumida a elogios genéricos → exigir que cada comentário esteja associado a um critério específico do roteiro.
- Dependência entre materiais trava o progresso → ajudar a reorganizar a ordem de produção.
- Sobrecarga de um integrante → revisar a distribuição de responsabilidades e propor redistribuição.
- Equipe perde o ritmo por achar que a Semana 11 ainda está longe → reforçar, no checkpoint, o volume de trabalho ainda necessário.
Perguntas para estimular discussão:
- "O que mudou de fato nesta versão em relação à anterior?"
- "Se tivéssemos que entregar hoje, o que já está pronto?"
- "Esse comentário aponta um critério específico, ou é só uma impressão geral?"
Avaliação nesta semana: continuidade do ciclo de observação da Etapa de Preparação (Semanas 8–11), segundo a Rubrica de Avaliação. Observa-se Gestão do Projeto (lista atualizada, progresso relatado objetivamente), Trabalho em Equipe (distribuição equilibrada com o aumento do volume de produção) e Documentação (registro contínuo das versões e do roteiro de revisão cruzada preenchido).
Fonte: Plano Semanal Semana 9, Cronograma.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2026-08-02T00:36:05Z</dcterms:created>
  <dcterms:modified xsi:type="dcterms:W3CDTF">2026-08-02T00:36:05Z</dcterms:modified>
</cp:coreProperties>
</file>