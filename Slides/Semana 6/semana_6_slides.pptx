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Ter em mãos os documentos de objetivos, justificativa e público-alvo da Semana 5 para consulta durante os dois encontros.
- Levar cópia visível (impressa ou projetada) do Cronograma da disciplina, com destaque para os marcos das Semanas 7, 11 e 15.
- Levar modelo de cronograma de projeto com 1 exemplo preenchido, idealmente do universo de jogos digitais.
- Levar lista de funções comuns em projetos de extensão para apoiar equipes com dificuldade de definir papéis.
- Levar modelo/template curto para registrar cronograma e responsabilidades (planilha ou quadro de tarefas).
- Não exigir uso de ferramenta específica de gestão de projetos — qualquer lista de tarefas ou planilha compartilhada e acessível a toda a equipe é suficiente.
Dificuldades comuns e como conduzir:
- Cronograma da equipe incompatível com as datas da disciplina → confrontar diretamente os dois cronogramas com a equipe e orientar ajuste de escopo ou prazos internos, nunca das datas da disciplina.
- Responsabilidades atribuídas de forma genérica ("a equipe decide depois") → exigir que cada linha do cronograma tenha um nome associado antes de considerar a tarefa concluída.
- Concentração de tarefas em um ou dois integrantes → questionar a distribuição publicamente no checkpoint e sugerir redistribuir com base nas funções apresentadas na mini aula.
- Cronograma excessivamente detalhado ou burocrático, consumindo todo o tempo do encontro → lembrar o princípio de simplicidade: apenas etapas, prazos e responsáveis.
- Equipe ainda insegura sobre o escopo do projeto → revisitar rapidamente os objetivos da Semana 5 antes de avançar para o cronograma.
Perguntas para estimular discussão:
- "Se um integrante saísse da equipe amanhã, alguém saberia exatamente o que ele deveria ter feito?"
- "Esse prazo é realista, ou só está aí para 'fechar' o documento?"
- "O nosso cronograma cabe dentro dos marcos da disciplina, ou estamos torcendo para dar certo?"
Avaliação nesta semana: acompanhamento inicial (sem nota), segundo a Rubrica de Avaliação, de Planejamento — cobertura das etapas com prazos realistas e responsabilidades nominais —, Gestão do Projeto — capacidade de relatar progresso objetivamente no checkpoint — e Trabalho em Equipe — equilíbrio observável na distribuição de tarefas. Alimenta a avaliação de Planejamento prevista para a entrega do Plano Completo (Semana 7).
Fonte: Plano Semanal Semana 6, Cronograma.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2026-08-02T00:35:47Z</dcterms:created>
  <dcterms:modified xsi:type="dcterms:W3CDTF">2026-08-02T00:35:47Z</dcterms:modified>
</cp:coreProperties>
</file>