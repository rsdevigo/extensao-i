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 OBSERVAÇÕES PARA O PROFESSOR (não exibir na apresentação)
Pontos de atenção:
- Esta é a única semana quase sem trabalho autônomo de projeto — é esperado e coerente com o Cronograma.
- Não se alongar na exposição sobre extensão: aprofundamento continua nas Semanas 2 e 3.
- Ficar atento a equipes formadas só por amizade prévia, sem complementaridade de perfis (comentar sem impor recomposição).
- Reforçar desde já o papel do professor como orientador/mentor, não definidor do projeto.
Dificuldades comuns e como conduzir:
- Estudante sem equipe → professor atua ativamente na formação, remanejando ou sugerindo composições.
- Equipes desequilibradas em tamanho/perfil → orientar redistribuição antes de fechar as equipes.
- Percepção de que extensão é "ação social genérica" → retomar exemplos concretos e a diferença para extensão institucionalizada.
- Ansiedade sobre "que projeto vamos fazer" → reforçar que a definição é gradual, ocorre até a Semana 4.
Perguntas para estimular discussão coletiva:
- "Vocês já participaram de alguma ação que pareça extensão? O que ela tinha (ou não tinha) de institucional?"
- "Por que uma ação social qualquer não é necessariamente extensão universitária?"
- "Que tipo de contribuição cada um de vocês pode oferecer a uma equipe?"
Avaliação nesta semana: apenas observação inicial e informal de Trabalho em Equipe e Gestão do Projeto, conforme Rubrica de Avaliação — sem atribuição de nota.
Fonte: Plano Semanal Semana 1, Cronograma.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Atividades de Extensão I</dc:title>
  <dc:subject>PptxGenJS Presentation</dc:subject>
  <dc:creator>Created by Marp</dc:creator>
  <cp:lastModifiedBy>Created by Marp</cp:lastModifiedBy>
  <cp:revision>1</cp:revision>
  <dcterms:created xsi:type="dcterms:W3CDTF">2026-08-02T00:34:37Z</dcterms:created>
  <dcterms:modified xsi:type="dcterms:W3CDTF">2026-08-02T00:34:37Z</dcterms:modified>
</cp:coreProperties>
</file>