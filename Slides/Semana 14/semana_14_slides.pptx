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a lista atualizada do estágio de execução de cada equipe (concluída, em andamento, pendente), a partir dos checkpoints da Semana 13.
- Preparar previamente um roteiro simples de relato de experiência (contexto – problema – solução – resultado – aprendizado) para orientar o Encontro 2.
- Organizar a dinâmica de compartilhamento entre equipes (rodízio, apresentações curtas ou mesas de conversa) conforme o número de equipes e o tempo disponível.
- Priorizar, no Encontro 1, o apoio às equipes com execução ainda em andamento ou problemas não resolvidos.
- Reservar tempo real para que os relatos sejam ouvidos com atenção — este momento tem valor pedagógico equivalente à própria execução.
- Observar padrões que se repetem entre equipes (ex.: mais de uma equipe subestimando o tempo necessário, ou enfrentando baixa adesão do público) e destacá-los coletivamente.
- Evitar transformar o compartilhamento em comparação de desempenho entre equipes; o foco é a troca de aprendizados, não o ranqueamento.
- Para equipes com execução pendente, equilibrar apoio à conclusão da atividade e participação (ainda que parcial) no compartilhamento.
Dificuldades comuns e como conduzir:
- Equipe relutante em expor problemas ou fracassos diante das demais → professor modela a postura desejada, valorizando publicamente relatos honestos como parte do aprendizado.
- Problema sem solução viável no tempo restante → redirecionar o foco para registro do aprendizado e mitigação de impactos remanescentes.
- Relatos genéricos, sem detalhamento real → usar o roteiro contexto–problema–solução–resultado–aprendizado como checklist, pedindo exemplos concretos.
- Equipes não aproveitam relatos alheios para o próprio projeto → estimular perguntas diretas entre equipes durante o compartilhamento.
- Equipe ainda com execução pendente às vésperas da Semana 15 → priorizar apoio no Encontro 1 e reforçar no checkpoint a necessidade de concluir até a próxima semana.
Perguntas para estimular discussão:
- "O que vocês fariam diferente se pudessem recomeçar a execução hoje?"
- "Qual foi o problema mais difícil de resolver, e por quê?"
- "O que vocês ouviram de outra equipe que pode ser aplicado ao próprio projeto?"
Avaliação nesta semana: observação central de Execução e Reflexão Crítica, segundo a Rubrica de Avaliação. Observam-se também Gestão do Projeto (comunicação sobre imprevistos e ajustes) e Trabalho em Equipe (participação de todos na resolução dos problemas e na preparação do relato).
Fonte: Plano Semanal Semana 14, Cronograma, CLAUDE.md, COURSE_CONTEXT.md, PEDAGOGICAL_RULES.md, EXTENSION_PROJECT_GUIDE.md, Plano Semanal Semana 13 (continuidade).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2026-08-02T00:11:25Z</dcterms:created>
  <dcterms:modified xsi:type="dcterms:W3CDTF">2026-08-02T00:11:25Z</dcterms:modified>
</cp:coreProperties>
</file>